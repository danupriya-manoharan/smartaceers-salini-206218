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55448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554480"/>
            <a:ext cx="12188952" cy="54864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ACE FlowSmith AI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accelerates IBM App Connect Enterprise (ACE) development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0" y="32918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ACE  |  AI-assisted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57530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74520"/>
            <a:ext cx="3575304" cy="128016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286000"/>
            <a:ext cx="868680" cy="86868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E76F5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96312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242316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429000"/>
            <a:ext cx="2889504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Enterprises run hundreds of ACE integrations — productivity &amp; governance strain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developers need weeks of onboarding on org-specific practices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subflows exist, but manual discovery &amp; reuse is slow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to deliver faster without breaking compliance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306824" y="1874520"/>
            <a:ext cx="357530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06824" y="1874520"/>
            <a:ext cx="3575304" cy="128016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15" name="Shape 12"/>
          <p:cNvSpPr/>
          <p:nvPr/>
        </p:nvSpPr>
        <p:spPr>
          <a:xfrm>
            <a:off x="4626864" y="2286000"/>
            <a:ext cx="868680" cy="86868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13A3C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4963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78424" y="242316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672584" y="3429000"/>
            <a:ext cx="2889504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learns org standards: logging, error handling, naming, patterns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plain-English requirement into standardized flows &amp; subflows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runtime artifacts &amp; DEV/ACC/PRO configs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IBM Bob inside the ACE Toolkit; developer reviews &amp; fine-tunes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156448" y="1874520"/>
            <a:ext cx="357530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156448" y="1874520"/>
            <a:ext cx="3575304" cy="128016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Shape 17"/>
          <p:cNvSpPr/>
          <p:nvPr/>
        </p:nvSpPr>
        <p:spPr>
          <a:xfrm>
            <a:off x="8476488" y="2286000"/>
            <a:ext cx="868680" cy="86868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2A9D8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96312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528048" y="242316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8522208" y="3429000"/>
            <a:ext cx="2889504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cut from weeks to minutes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consistency &amp; compliance by default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delivery; maximized reuse of subflows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becomes a reviewer, not a hand-coder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in → standardized ACE application 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127455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63040"/>
            <a:ext cx="128016" cy="114300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72768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  </a:t>
            </a:r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— IBM's AI development partner — runs inside the ACE Toolkit using our FlowSmith ACE Developer mode. It learns the organisation's reusable pattern catalog (a Bob skill), reasons over a plain-English requirement to pick the right pattern, then instantiates it — substituting org tokens (SUBSYS / APPNM / FUNCNM) across folders, file names and contents — and produces a ready-to-import application with environment configs.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11" name="Shape 9"/>
          <p:cNvSpPr/>
          <p:nvPr/>
        </p:nvSpPr>
        <p:spPr>
          <a:xfrm>
            <a:off x="1266444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7612" y="3648456"/>
            <a:ext cx="420624" cy="42062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03504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94360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Perceive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org’s reusable patterns, naming &amp; standards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916936" y="40005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3401568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401568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19" name="Shape 16"/>
          <p:cNvSpPr/>
          <p:nvPr/>
        </p:nvSpPr>
        <p:spPr>
          <a:xfrm>
            <a:off x="4210812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3648456"/>
            <a:ext cx="420624" cy="42062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47872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3538728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3602736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semantically matches the pattern via the flowsmith-patterns skill (Granite / watsonx.ai model underneath)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861304" y="40005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6345936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345936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27" name="Shape 23"/>
          <p:cNvSpPr/>
          <p:nvPr/>
        </p:nvSpPr>
        <p:spPr>
          <a:xfrm>
            <a:off x="7155180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48" y="3648456"/>
            <a:ext cx="420624" cy="42062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492240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30" name="Text 25"/>
          <p:cNvSpPr/>
          <p:nvPr/>
        </p:nvSpPr>
        <p:spPr>
          <a:xfrm>
            <a:off x="6483096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800" dirty="0"/>
          </a:p>
        </p:txBody>
      </p:sp>
      <p:sp>
        <p:nvSpPr>
          <p:cNvPr id="31" name="Text 26"/>
          <p:cNvSpPr/>
          <p:nvPr/>
        </p:nvSpPr>
        <p:spPr>
          <a:xfrm>
            <a:off x="6547104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ACE app + BAR/config artifacts for DEV/ACC/PRO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8805672" y="40005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3000" dirty="0"/>
          </a:p>
        </p:txBody>
      </p:sp>
      <p:sp>
        <p:nvSpPr>
          <p:cNvPr id="33" name="Shape 28"/>
          <p:cNvSpPr/>
          <p:nvPr/>
        </p:nvSpPr>
        <p:spPr>
          <a:xfrm>
            <a:off x="9290304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9290304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35" name="Shape 30"/>
          <p:cNvSpPr/>
          <p:nvPr/>
        </p:nvSpPr>
        <p:spPr>
          <a:xfrm>
            <a:off x="10099548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716" y="3648456"/>
            <a:ext cx="420624" cy="420624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436608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38" name="Text 32"/>
          <p:cNvSpPr/>
          <p:nvPr/>
        </p:nvSpPr>
        <p:spPr>
          <a:xfrm>
            <a:off x="9427464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800" dirty="0"/>
          </a:p>
        </p:txBody>
      </p:sp>
      <p:sp>
        <p:nvSpPr>
          <p:cNvPr id="39" name="Text 33"/>
          <p:cNvSpPr/>
          <p:nvPr/>
        </p:nvSpPr>
        <p:spPr>
          <a:xfrm>
            <a:off x="9491472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validates &amp; fine-tunes; the Bob Shell then builds the BAR &amp; deploys to the local server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template-driven generation to a fully AI-native ACE copilot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173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7099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92808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18013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LLM reasoning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2960" y="26060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Bob, on a Granite / watsonx.ai model, interprets complex requirements and composes brand-new subflows — beyond template selection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06824" y="14173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06824" y="14173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14" name="Shape 11"/>
          <p:cNvSpPr/>
          <p:nvPr/>
        </p:nvSpPr>
        <p:spPr>
          <a:xfrm>
            <a:off x="4626864" y="17099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1892808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95544" y="18013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Auto-learn standards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72584" y="26060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existing repos to learn naming, design patterns &amp; server policies automatically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156448" y="14173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56448" y="14173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20" name="Shape 16"/>
          <p:cNvSpPr/>
          <p:nvPr/>
        </p:nvSpPr>
        <p:spPr>
          <a:xfrm>
            <a:off x="8476488" y="17099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1892808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345168" y="18013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runtime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522208" y="26060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BAR files, server configs, deployment policies &amp; auto-configure security / endpoints / monitoring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40462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57200" y="40462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26" name="Shape 21"/>
          <p:cNvSpPr/>
          <p:nvPr/>
        </p:nvSpPr>
        <p:spPr>
          <a:xfrm>
            <a:off x="777240" y="43388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521708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45920" y="44302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Toolkit copilot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822960" y="52349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conversational assistant inside ACE Toolkit / Designer to build and refine flows by chat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4306824" y="40462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4306824" y="40462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32" name="Shape 26"/>
          <p:cNvSpPr/>
          <p:nvPr/>
        </p:nvSpPr>
        <p:spPr>
          <a:xfrm>
            <a:off x="4626864" y="43388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4521708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495544" y="44302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Feedback loop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4672584" y="52349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developer edits to continuously improve recommendations and generated code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8156448" y="40462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8156448" y="40462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38" name="Shape 31"/>
          <p:cNvSpPr/>
          <p:nvPr/>
        </p:nvSpPr>
        <p:spPr>
          <a:xfrm>
            <a:off x="8476488" y="43388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9368" y="4521708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345168" y="44302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&amp; CI/CD</a:t>
            </a:r>
            <a:endParaRPr lang="en-US" sz="1700" dirty="0"/>
          </a:p>
        </p:txBody>
      </p:sp>
      <p:sp>
        <p:nvSpPr>
          <p:cNvPr id="41" name="Text 33"/>
          <p:cNvSpPr/>
          <p:nvPr/>
        </p:nvSpPr>
        <p:spPr>
          <a:xfrm>
            <a:off x="8522208" y="52349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compliance checks, audit trail and pipeline integration for safe, fast delivery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 FlowSmith AI</dc:title>
  <dc:subject>PptxGenJS Presentation</dc:subject>
  <dc:creator>ACE FlowSmith AI</dc:creator>
  <cp:lastModifiedBy>ACE FlowSmith AI</cp:lastModifiedBy>
  <cp:revision>1</cp:revision>
  <dcterms:created xsi:type="dcterms:W3CDTF">2026-06-25T17:46:43Z</dcterms:created>
  <dcterms:modified xsi:type="dcterms:W3CDTF">2026-06-25T17:46:43Z</dcterms:modified>
</cp:coreProperties>
</file>